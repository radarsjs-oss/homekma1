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homekma1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레이더 추적 기술 및 필터 알고리즘 분석 자료의 HTML 슬라이드 파일인 </a:t>
            </a:r>
            <a:r>
              <a:rPr>
                <a:latin typeface="Courier"/>
              </a:rPr>
              <a:t>tracking1.html</a:t>
            </a:r>
            <a:r>
              <a:rPr/>
              <a:t>에 대한 링크와 외부에서 바로 열어볼 수 있는 접근 경로를 정리합니다.</a:t>
            </a:r>
          </a:p>
          <a:p>
            <a:pPr lvl="0"/>
            <a:r>
              <a:rPr/>
              <a:t>Presentation (GitHub view): https://github.com/radarsjs-oss/homekma1/blob/3c74296a59c11b29714f62ee9e8bc749cf31d0d2/tracking1.html</a:t>
            </a:r>
          </a:p>
          <a:p>
            <a:pPr lvl="0"/>
            <a:r>
              <a:rPr/>
              <a:t>Raw HTML (원시 파일): https://raw.githubusercontent.com/radarsjs-oss/homekma1/3c74296a59c11b29714f62ee9e8bc749cf31d0d2/tracking1.html</a:t>
            </a:r>
          </a:p>
          <a:p>
            <a:pPr lvl="0" indent="0" marL="0">
              <a:buNone/>
            </a:pPr>
            <a:r>
              <a:rPr/>
              <a:t>외부에서 바로 열어볼 수 있는 공개 미리보기(CDN/프록시) 링크:</a:t>
            </a:r>
          </a:p>
          <a:p>
            <a:pPr lvl="0"/>
            <a:r>
              <a:rPr/>
              <a:t>RawGitHack (빠른 미리보기): https://raw.githack.com/radarsjs-oss/homekma1/3c74296a59c11b29714f62ee9e8bc749cf31d0d2/tracking1.html</a:t>
            </a:r>
          </a:p>
          <a:p>
            <a:pPr lvl="0"/>
            <a:r>
              <a:rPr/>
              <a:t>jsDelivr CDN: https://cdn.jsdelivr.net/gh/radarsjs-oss/homekma1@3c74296a59c11b29714f62ee9e8bc749cf31d0d2/tracking1.html</a:t>
            </a:r>
          </a:p>
          <a:p>
            <a:pPr lvl="0" indent="0" marL="0">
              <a:buNone/>
            </a:pPr>
            <a:r>
              <a:rPr/>
              <a:t>GitHub Pages로 정식 호스팅하기 (추천):</a:t>
            </a:r>
          </a:p>
          <a:p>
            <a:pPr lvl="0" indent="-342900" marL="342900">
              <a:buAutoNum type="arabicPeriod"/>
            </a:pPr>
            <a:r>
              <a:rPr/>
              <a:t>리포지토리 설정(Settings) &gt; Pages로 이동합니다.</a:t>
            </a:r>
          </a:p>
          <a:p>
            <a:pPr lvl="0" indent="-342900" marL="342900">
              <a:buAutoNum type="arabicPeriod"/>
            </a:pPr>
            <a:r>
              <a:rPr/>
              <a:t>배포(Deploy) 소스에서 </a:t>
            </a:r>
            <a:r>
              <a:rPr>
                <a:latin typeface="Courier"/>
              </a:rPr>
              <a:t>main</a:t>
            </a:r>
            <a:r>
              <a:rPr/>
              <a:t> 브랜치의 </a:t>
            </a:r>
            <a:r>
              <a:rPr>
                <a:latin typeface="Courier"/>
              </a:rPr>
              <a:t>root</a:t>
            </a:r>
            <a:r>
              <a:rPr/>
              <a:t>(또는 </a:t>
            </a:r>
            <a:r>
              <a:rPr>
                <a:latin typeface="Courier"/>
              </a:rPr>
              <a:t>docs/</a:t>
            </a:r>
            <a:r>
              <a:rPr/>
              <a:t> 폴더)를 선택합니다.</a:t>
            </a:r>
          </a:p>
          <a:p>
            <a:pPr lvl="0" indent="-342900" marL="342900">
              <a:buAutoNum type="arabicPeriod"/>
            </a:pPr>
            <a:r>
              <a:rPr/>
              <a:t>Save 후 몇 분 기다리면 사이트가 배포됩니다.</a:t>
            </a:r>
          </a:p>
          <a:p>
            <a:pPr lvl="0" indent="0" marL="0">
              <a:buNone/>
            </a:pPr>
            <a:r>
              <a:rPr/>
              <a:t>배포가 완료되면 일반적으로 다음 URL로 접근 가능합니다:</a:t>
            </a:r>
          </a:p>
          <a:p>
            <a:pPr lvl="0"/>
            <a:r>
              <a:rPr/>
              <a:t>https://radarsjs-oss.github.io/homekma1/tracking1.html</a:t>
            </a:r>
          </a:p>
          <a:p>
            <a:pPr lvl="0" indent="0" marL="0">
              <a:buNone/>
            </a:pPr>
            <a:r>
              <a:rPr/>
              <a:t>(참고: GitHub Pages는 레포지토리 설정과 권한에 따라 약간의 시간이 걸릴 수 있으며, 퍼블릭 레포지토리여야 기본적으로 바로 외부에서 접근 가능합니다.)</a:t>
            </a:r>
          </a:p>
          <a:p>
            <a:pPr lvl="0" indent="0" marL="0">
              <a:buNone/>
            </a:pPr>
            <a:r>
              <a:rPr/>
              <a:t>로컬에서 확인하는 방법:</a:t>
            </a:r>
          </a:p>
          <a:p>
            <a:pPr lvl="0" indent="-342900" marL="342900">
              <a:buAutoNum type="arabicPeriod"/>
            </a:pPr>
            <a:r>
              <a:rPr/>
              <a:t>파일을 클론하거나 다운로드합니다.</a:t>
            </a:r>
          </a:p>
          <a:p>
            <a:pPr lvl="0" indent="-342900" marL="342900">
              <a:buAutoNum type="arabicPeriod"/>
            </a:pPr>
            <a:r>
              <a:rPr/>
              <a:t>파일이 있는 디렉터리에서 간단한 HTTP 서버를 실행합니다.</a:t>
            </a:r>
          </a:p>
          <a:p>
            <a:pPr lvl="0" indent="0">
              <a:buNone/>
            </a:pPr>
            <a:r>
              <a:rPr>
                <a:latin typeface="Courier"/>
              </a:rPr>
              <a:t>python3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http.server 8000</a:t>
            </a:r>
          </a:p>
          <a:p>
            <a:pPr lvl="0" indent="0" marL="0">
              <a:buNone/>
            </a:pPr>
            <a:r>
              <a:rPr/>
              <a:t>브라우저에서 http://localhost:8000/tracking1.html 를 열면 슬라이드를 확인할 수 있습니다.</a:t>
            </a:r>
          </a:p>
          <a:p>
            <a:pPr lvl="0" indent="0" marL="0">
              <a:buNone/>
            </a:pPr>
            <a:r>
              <a:rPr/>
              <a:t>작성일: 2025-12-24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2025-12-24T05:57:33Z</dcterms:created>
  <dcterms:modified xsi:type="dcterms:W3CDTF">2025-12-24T05:57:33Z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